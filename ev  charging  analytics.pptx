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4"/>
  </p:notesMasterIdLst>
  <p:sldIdLst>
    <p:sldId id="264" r:id="rId5"/>
    <p:sldId id="313" r:id="rId6"/>
    <p:sldId id="314" r:id="rId7"/>
    <p:sldId id="315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meshmore319@gmail.com" userId="c130f38f6adabdae" providerId="LiveId" clId="{9BE20622-B8C6-476B-8A2E-38E5DD450F7B}"/>
    <pc:docChg chg="custSel addSld delSld modSld">
      <pc:chgData name="nimeshmore319@gmail.com" userId="c130f38f6adabdae" providerId="LiveId" clId="{9BE20622-B8C6-476B-8A2E-38E5DD450F7B}" dt="2026-01-19T15:26:26.576" v="138" actId="20577"/>
      <pc:docMkLst>
        <pc:docMk/>
      </pc:docMkLst>
      <pc:sldChg chg="modSp mod">
        <pc:chgData name="nimeshmore319@gmail.com" userId="c130f38f6adabdae" providerId="LiveId" clId="{9BE20622-B8C6-476B-8A2E-38E5DD450F7B}" dt="2026-01-19T15:26:26.576" v="138" actId="20577"/>
        <pc:sldMkLst>
          <pc:docMk/>
          <pc:sldMk cId="42028081" sldId="264"/>
        </pc:sldMkLst>
        <pc:spChg chg="mod">
          <ac:chgData name="nimeshmore319@gmail.com" userId="c130f38f6adabdae" providerId="LiveId" clId="{9BE20622-B8C6-476B-8A2E-38E5DD450F7B}" dt="2026-01-19T15:26:26.576" v="138" actId="20577"/>
          <ac:spMkLst>
            <pc:docMk/>
            <pc:sldMk cId="42028081" sldId="264"/>
            <ac:spMk id="2" creationId="{18C3B467-088C-4F3D-A9A7-105C4E1E20CD}"/>
          </ac:spMkLst>
        </pc:spChg>
      </pc:sldChg>
      <pc:sldChg chg="modSp mod">
        <pc:chgData name="nimeshmore319@gmail.com" userId="c130f38f6adabdae" providerId="LiveId" clId="{9BE20622-B8C6-476B-8A2E-38E5DD450F7B}" dt="2026-01-19T14:17:03.773" v="87" actId="2711"/>
        <pc:sldMkLst>
          <pc:docMk/>
          <pc:sldMk cId="271509691" sldId="313"/>
        </pc:sldMkLst>
        <pc:spChg chg="mod">
          <ac:chgData name="nimeshmore319@gmail.com" userId="c130f38f6adabdae" providerId="LiveId" clId="{9BE20622-B8C6-476B-8A2E-38E5DD450F7B}" dt="2026-01-19T14:17:03.773" v="87" actId="2711"/>
          <ac:spMkLst>
            <pc:docMk/>
            <pc:sldMk cId="271509691" sldId="313"/>
            <ac:spMk id="2" creationId="{1E90DF17-3E7C-C6BB-AB1C-C7E64918702C}"/>
          </ac:spMkLst>
        </pc:spChg>
        <pc:spChg chg="mod">
          <ac:chgData name="nimeshmore319@gmail.com" userId="c130f38f6adabdae" providerId="LiveId" clId="{9BE20622-B8C6-476B-8A2E-38E5DD450F7B}" dt="2026-01-19T08:56:57.858" v="12" actId="2711"/>
          <ac:spMkLst>
            <pc:docMk/>
            <pc:sldMk cId="271509691" sldId="313"/>
            <ac:spMk id="3" creationId="{709CA9D8-3E8B-A178-B4B6-E9276CD79523}"/>
          </ac:spMkLst>
        </pc:spChg>
      </pc:sldChg>
      <pc:sldChg chg="modSp mod">
        <pc:chgData name="nimeshmore319@gmail.com" userId="c130f38f6adabdae" providerId="LiveId" clId="{9BE20622-B8C6-476B-8A2E-38E5DD450F7B}" dt="2026-01-19T14:17:46.590" v="91" actId="27636"/>
        <pc:sldMkLst>
          <pc:docMk/>
          <pc:sldMk cId="3588284819" sldId="314"/>
        </pc:sldMkLst>
        <pc:spChg chg="mod">
          <ac:chgData name="nimeshmore319@gmail.com" userId="c130f38f6adabdae" providerId="LiveId" clId="{9BE20622-B8C6-476B-8A2E-38E5DD450F7B}" dt="2026-01-19T14:17:46.590" v="91" actId="27636"/>
          <ac:spMkLst>
            <pc:docMk/>
            <pc:sldMk cId="3588284819" sldId="314"/>
            <ac:spMk id="2" creationId="{BD84ABDA-1EFC-C376-21CC-564CBE6F5D7F}"/>
          </ac:spMkLst>
        </pc:spChg>
        <pc:spChg chg="mod">
          <ac:chgData name="nimeshmore319@gmail.com" userId="c130f38f6adabdae" providerId="LiveId" clId="{9BE20622-B8C6-476B-8A2E-38E5DD450F7B}" dt="2026-01-19T08:56:37.519" v="10" actId="115"/>
          <ac:spMkLst>
            <pc:docMk/>
            <pc:sldMk cId="3588284819" sldId="314"/>
            <ac:spMk id="3" creationId="{80474518-F1A2-3D77-3B7A-5E4310663163}"/>
          </ac:spMkLst>
        </pc:spChg>
      </pc:sldChg>
      <pc:sldChg chg="modSp mod">
        <pc:chgData name="nimeshmore319@gmail.com" userId="c130f38f6adabdae" providerId="LiveId" clId="{9BE20622-B8C6-476B-8A2E-38E5DD450F7B}" dt="2026-01-19T14:18:28.325" v="97" actId="255"/>
        <pc:sldMkLst>
          <pc:docMk/>
          <pc:sldMk cId="4108729865" sldId="315"/>
        </pc:sldMkLst>
        <pc:spChg chg="mod">
          <ac:chgData name="nimeshmore319@gmail.com" userId="c130f38f6adabdae" providerId="LiveId" clId="{9BE20622-B8C6-476B-8A2E-38E5DD450F7B}" dt="2026-01-19T14:18:28.325" v="97" actId="255"/>
          <ac:spMkLst>
            <pc:docMk/>
            <pc:sldMk cId="4108729865" sldId="315"/>
            <ac:spMk id="2" creationId="{CC3FA29F-58DF-33B9-F649-86CF7D40E916}"/>
          </ac:spMkLst>
        </pc:spChg>
        <pc:spChg chg="mod">
          <ac:chgData name="nimeshmore319@gmail.com" userId="c130f38f6adabdae" providerId="LiveId" clId="{9BE20622-B8C6-476B-8A2E-38E5DD450F7B}" dt="2026-01-19T08:57:11.075" v="16" actId="115"/>
          <ac:spMkLst>
            <pc:docMk/>
            <pc:sldMk cId="4108729865" sldId="315"/>
            <ac:spMk id="3" creationId="{EA2AD867-4625-63E7-1631-CD92CB431FAF}"/>
          </ac:spMkLst>
        </pc:spChg>
      </pc:sldChg>
      <pc:sldChg chg="modSp mod">
        <pc:chgData name="nimeshmore319@gmail.com" userId="c130f38f6adabdae" providerId="LiveId" clId="{9BE20622-B8C6-476B-8A2E-38E5DD450F7B}" dt="2026-01-19T14:18:45.778" v="98" actId="2711"/>
        <pc:sldMkLst>
          <pc:docMk/>
          <pc:sldMk cId="3263749781" sldId="317"/>
        </pc:sldMkLst>
        <pc:spChg chg="mod">
          <ac:chgData name="nimeshmore319@gmail.com" userId="c130f38f6adabdae" providerId="LiveId" clId="{9BE20622-B8C6-476B-8A2E-38E5DD450F7B}" dt="2026-01-19T14:18:45.778" v="98" actId="2711"/>
          <ac:spMkLst>
            <pc:docMk/>
            <pc:sldMk cId="3263749781" sldId="317"/>
            <ac:spMk id="2" creationId="{940BD104-B740-9F2F-6945-EEDB8B592A02}"/>
          </ac:spMkLst>
        </pc:spChg>
        <pc:spChg chg="mod">
          <ac:chgData name="nimeshmore319@gmail.com" userId="c130f38f6adabdae" providerId="LiveId" clId="{9BE20622-B8C6-476B-8A2E-38E5DD450F7B}" dt="2026-01-19T08:57:23.566" v="20" actId="115"/>
          <ac:spMkLst>
            <pc:docMk/>
            <pc:sldMk cId="3263749781" sldId="317"/>
            <ac:spMk id="3" creationId="{AFAAE683-5A4B-A466-1DC3-9D232DA1282C}"/>
          </ac:spMkLst>
        </pc:spChg>
      </pc:sldChg>
      <pc:sldChg chg="modSp mod">
        <pc:chgData name="nimeshmore319@gmail.com" userId="c130f38f6adabdae" providerId="LiveId" clId="{9BE20622-B8C6-476B-8A2E-38E5DD450F7B}" dt="2026-01-19T14:19:13.844" v="100" actId="2711"/>
        <pc:sldMkLst>
          <pc:docMk/>
          <pc:sldMk cId="1727214551" sldId="318"/>
        </pc:sldMkLst>
        <pc:spChg chg="mod">
          <ac:chgData name="nimeshmore319@gmail.com" userId="c130f38f6adabdae" providerId="LiveId" clId="{9BE20622-B8C6-476B-8A2E-38E5DD450F7B}" dt="2026-01-19T14:19:13.844" v="100" actId="2711"/>
          <ac:spMkLst>
            <pc:docMk/>
            <pc:sldMk cId="1727214551" sldId="318"/>
            <ac:spMk id="2" creationId="{6582E72D-2486-50EA-AEBB-6DD07F9E4EBF}"/>
          </ac:spMkLst>
        </pc:spChg>
        <pc:spChg chg="mod">
          <ac:chgData name="nimeshmore319@gmail.com" userId="c130f38f6adabdae" providerId="LiveId" clId="{9BE20622-B8C6-476B-8A2E-38E5DD450F7B}" dt="2026-01-19T08:57:36.874" v="24" actId="115"/>
          <ac:spMkLst>
            <pc:docMk/>
            <pc:sldMk cId="1727214551" sldId="318"/>
            <ac:spMk id="3" creationId="{346F718B-A9C0-4E13-4DB9-A7D3837E48FE}"/>
          </ac:spMkLst>
        </pc:spChg>
        <pc:spChg chg="mod">
          <ac:chgData name="nimeshmore319@gmail.com" userId="c130f38f6adabdae" providerId="LiveId" clId="{9BE20622-B8C6-476B-8A2E-38E5DD450F7B}" dt="2026-01-19T14:19:01.758" v="99" actId="2711"/>
          <ac:spMkLst>
            <pc:docMk/>
            <pc:sldMk cId="1727214551" sldId="318"/>
            <ac:spMk id="4" creationId="{BC41393F-E1A5-F1C4-D534-3C2BCA1D23D7}"/>
          </ac:spMkLst>
        </pc:spChg>
      </pc:sldChg>
      <pc:sldChg chg="modSp mod">
        <pc:chgData name="nimeshmore319@gmail.com" userId="c130f38f6adabdae" providerId="LiveId" clId="{9BE20622-B8C6-476B-8A2E-38E5DD450F7B}" dt="2026-01-19T14:19:26.664" v="102" actId="27636"/>
        <pc:sldMkLst>
          <pc:docMk/>
          <pc:sldMk cId="3233824713" sldId="319"/>
        </pc:sldMkLst>
        <pc:spChg chg="mod">
          <ac:chgData name="nimeshmore319@gmail.com" userId="c130f38f6adabdae" providerId="LiveId" clId="{9BE20622-B8C6-476B-8A2E-38E5DD450F7B}" dt="2026-01-19T14:19:26.664" v="102" actId="27636"/>
          <ac:spMkLst>
            <pc:docMk/>
            <pc:sldMk cId="3233824713" sldId="319"/>
            <ac:spMk id="2" creationId="{636563E8-FF49-ED9E-FB9D-627CA91C28CB}"/>
          </ac:spMkLst>
        </pc:spChg>
        <pc:spChg chg="mod">
          <ac:chgData name="nimeshmore319@gmail.com" userId="c130f38f6adabdae" providerId="LiveId" clId="{9BE20622-B8C6-476B-8A2E-38E5DD450F7B}" dt="2026-01-19T08:57:49.136" v="28" actId="115"/>
          <ac:spMkLst>
            <pc:docMk/>
            <pc:sldMk cId="3233824713" sldId="319"/>
            <ac:spMk id="3" creationId="{E8475CFB-33A0-E6E0-2616-805A2B5E00F9}"/>
          </ac:spMkLst>
        </pc:spChg>
      </pc:sldChg>
      <pc:sldChg chg="modSp mod">
        <pc:chgData name="nimeshmore319@gmail.com" userId="c130f38f6adabdae" providerId="LiveId" clId="{9BE20622-B8C6-476B-8A2E-38E5DD450F7B}" dt="2026-01-19T14:19:42.656" v="104" actId="255"/>
        <pc:sldMkLst>
          <pc:docMk/>
          <pc:sldMk cId="4254572230" sldId="320"/>
        </pc:sldMkLst>
        <pc:spChg chg="mod">
          <ac:chgData name="nimeshmore319@gmail.com" userId="c130f38f6adabdae" providerId="LiveId" clId="{9BE20622-B8C6-476B-8A2E-38E5DD450F7B}" dt="2026-01-19T14:19:42.656" v="104" actId="255"/>
          <ac:spMkLst>
            <pc:docMk/>
            <pc:sldMk cId="4254572230" sldId="320"/>
            <ac:spMk id="2" creationId="{233A58AD-4F2B-0EBF-B0CE-7128BED8127A}"/>
          </ac:spMkLst>
        </pc:spChg>
        <pc:spChg chg="mod">
          <ac:chgData name="nimeshmore319@gmail.com" userId="c130f38f6adabdae" providerId="LiveId" clId="{9BE20622-B8C6-476B-8A2E-38E5DD450F7B}" dt="2026-01-19T08:58:04.237" v="32" actId="115"/>
          <ac:spMkLst>
            <pc:docMk/>
            <pc:sldMk cId="4254572230" sldId="320"/>
            <ac:spMk id="3" creationId="{F403E585-B7D1-27FE-2F66-389C175AF914}"/>
          </ac:spMkLst>
        </pc:spChg>
      </pc:sldChg>
      <pc:sldChg chg="modSp mod">
        <pc:chgData name="nimeshmore319@gmail.com" userId="c130f38f6adabdae" providerId="LiveId" clId="{9BE20622-B8C6-476B-8A2E-38E5DD450F7B}" dt="2026-01-19T14:20:27.232" v="106" actId="255"/>
        <pc:sldMkLst>
          <pc:docMk/>
          <pc:sldMk cId="4219450521" sldId="321"/>
        </pc:sldMkLst>
        <pc:spChg chg="mod">
          <ac:chgData name="nimeshmore319@gmail.com" userId="c130f38f6adabdae" providerId="LiveId" clId="{9BE20622-B8C6-476B-8A2E-38E5DD450F7B}" dt="2026-01-19T14:20:27.232" v="106" actId="255"/>
          <ac:spMkLst>
            <pc:docMk/>
            <pc:sldMk cId="4219450521" sldId="321"/>
            <ac:spMk id="2" creationId="{168343EE-9B47-756B-C101-6153874C41F6}"/>
          </ac:spMkLst>
        </pc:spChg>
        <pc:spChg chg="mod">
          <ac:chgData name="nimeshmore319@gmail.com" userId="c130f38f6adabdae" providerId="LiveId" clId="{9BE20622-B8C6-476B-8A2E-38E5DD450F7B}" dt="2026-01-19T08:58:17.249" v="36" actId="115"/>
          <ac:spMkLst>
            <pc:docMk/>
            <pc:sldMk cId="4219450521" sldId="321"/>
            <ac:spMk id="3" creationId="{D53AE4D9-F7AF-A4D9-6FBC-A6545917E55D}"/>
          </ac:spMkLst>
        </pc:spChg>
      </pc:sldChg>
      <pc:sldChg chg="modSp mod">
        <pc:chgData name="nimeshmore319@gmail.com" userId="c130f38f6adabdae" providerId="LiveId" clId="{9BE20622-B8C6-476B-8A2E-38E5DD450F7B}" dt="2026-01-19T14:21:00.704" v="109" actId="255"/>
        <pc:sldMkLst>
          <pc:docMk/>
          <pc:sldMk cId="2237750382" sldId="322"/>
        </pc:sldMkLst>
        <pc:spChg chg="mod">
          <ac:chgData name="nimeshmore319@gmail.com" userId="c130f38f6adabdae" providerId="LiveId" clId="{9BE20622-B8C6-476B-8A2E-38E5DD450F7B}" dt="2026-01-19T14:21:00.704" v="109" actId="255"/>
          <ac:spMkLst>
            <pc:docMk/>
            <pc:sldMk cId="2237750382" sldId="322"/>
            <ac:spMk id="2" creationId="{B94004B9-62B2-71DE-7CF8-89546062FAF4}"/>
          </ac:spMkLst>
        </pc:spChg>
        <pc:spChg chg="mod">
          <ac:chgData name="nimeshmore319@gmail.com" userId="c130f38f6adabdae" providerId="LiveId" clId="{9BE20622-B8C6-476B-8A2E-38E5DD450F7B}" dt="2026-01-19T08:58:30.660" v="40" actId="115"/>
          <ac:spMkLst>
            <pc:docMk/>
            <pc:sldMk cId="2237750382" sldId="322"/>
            <ac:spMk id="3" creationId="{56F346B8-43B2-D984-3461-7CA87FE400B4}"/>
          </ac:spMkLst>
        </pc:spChg>
      </pc:sldChg>
      <pc:sldChg chg="modSp mod">
        <pc:chgData name="nimeshmore319@gmail.com" userId="c130f38f6adabdae" providerId="LiveId" clId="{9BE20622-B8C6-476B-8A2E-38E5DD450F7B}" dt="2026-01-19T14:21:20.596" v="111" actId="255"/>
        <pc:sldMkLst>
          <pc:docMk/>
          <pc:sldMk cId="1569184166" sldId="323"/>
        </pc:sldMkLst>
        <pc:spChg chg="mod">
          <ac:chgData name="nimeshmore319@gmail.com" userId="c130f38f6adabdae" providerId="LiveId" clId="{9BE20622-B8C6-476B-8A2E-38E5DD450F7B}" dt="2026-01-19T14:21:20.596" v="111" actId="255"/>
          <ac:spMkLst>
            <pc:docMk/>
            <pc:sldMk cId="1569184166" sldId="323"/>
            <ac:spMk id="2" creationId="{49F77AC3-1AA2-F19F-C09C-62C8A8BEE738}"/>
          </ac:spMkLst>
        </pc:spChg>
        <pc:spChg chg="mod">
          <ac:chgData name="nimeshmore319@gmail.com" userId="c130f38f6adabdae" providerId="LiveId" clId="{9BE20622-B8C6-476B-8A2E-38E5DD450F7B}" dt="2026-01-19T08:58:43.651" v="44" actId="115"/>
          <ac:spMkLst>
            <pc:docMk/>
            <pc:sldMk cId="1569184166" sldId="323"/>
            <ac:spMk id="3" creationId="{8DF62C67-826B-95D0-AD67-B52E067FE5CB}"/>
          </ac:spMkLst>
        </pc:spChg>
      </pc:sldChg>
      <pc:sldChg chg="modSp mod">
        <pc:chgData name="nimeshmore319@gmail.com" userId="c130f38f6adabdae" providerId="LiveId" clId="{9BE20622-B8C6-476B-8A2E-38E5DD450F7B}" dt="2026-01-19T14:21:35.982" v="113" actId="255"/>
        <pc:sldMkLst>
          <pc:docMk/>
          <pc:sldMk cId="447212349" sldId="324"/>
        </pc:sldMkLst>
        <pc:spChg chg="mod">
          <ac:chgData name="nimeshmore319@gmail.com" userId="c130f38f6adabdae" providerId="LiveId" clId="{9BE20622-B8C6-476B-8A2E-38E5DD450F7B}" dt="2026-01-19T14:21:35.982" v="113" actId="255"/>
          <ac:spMkLst>
            <pc:docMk/>
            <pc:sldMk cId="447212349" sldId="324"/>
            <ac:spMk id="2" creationId="{977E6C06-7034-0F22-ABB4-29CE5264F58A}"/>
          </ac:spMkLst>
        </pc:spChg>
        <pc:spChg chg="mod">
          <ac:chgData name="nimeshmore319@gmail.com" userId="c130f38f6adabdae" providerId="LiveId" clId="{9BE20622-B8C6-476B-8A2E-38E5DD450F7B}" dt="2026-01-19T08:58:58.174" v="48" actId="115"/>
          <ac:spMkLst>
            <pc:docMk/>
            <pc:sldMk cId="447212349" sldId="324"/>
            <ac:spMk id="3" creationId="{5A99D624-D665-D3AD-36BE-30E3FA29A7F7}"/>
          </ac:spMkLst>
        </pc:spChg>
      </pc:sldChg>
      <pc:sldChg chg="modSp mod">
        <pc:chgData name="nimeshmore319@gmail.com" userId="c130f38f6adabdae" providerId="LiveId" clId="{9BE20622-B8C6-476B-8A2E-38E5DD450F7B}" dt="2026-01-19T14:21:52.292" v="115" actId="255"/>
        <pc:sldMkLst>
          <pc:docMk/>
          <pc:sldMk cId="2290839473" sldId="325"/>
        </pc:sldMkLst>
        <pc:spChg chg="mod">
          <ac:chgData name="nimeshmore319@gmail.com" userId="c130f38f6adabdae" providerId="LiveId" clId="{9BE20622-B8C6-476B-8A2E-38E5DD450F7B}" dt="2026-01-19T14:21:52.292" v="115" actId="255"/>
          <ac:spMkLst>
            <pc:docMk/>
            <pc:sldMk cId="2290839473" sldId="325"/>
            <ac:spMk id="2" creationId="{61CC42A1-302A-8901-BC9C-A6858D78D302}"/>
          </ac:spMkLst>
        </pc:spChg>
        <pc:spChg chg="mod">
          <ac:chgData name="nimeshmore319@gmail.com" userId="c130f38f6adabdae" providerId="LiveId" clId="{9BE20622-B8C6-476B-8A2E-38E5DD450F7B}" dt="2026-01-19T08:59:11.908" v="52" actId="115"/>
          <ac:spMkLst>
            <pc:docMk/>
            <pc:sldMk cId="2290839473" sldId="325"/>
            <ac:spMk id="3" creationId="{7D1CAACD-1087-2A01-7C9D-B42F141C5605}"/>
          </ac:spMkLst>
        </pc:spChg>
      </pc:sldChg>
      <pc:sldChg chg="modSp mod">
        <pc:chgData name="nimeshmore319@gmail.com" userId="c130f38f6adabdae" providerId="LiveId" clId="{9BE20622-B8C6-476B-8A2E-38E5DD450F7B}" dt="2026-01-19T14:22:15.322" v="117" actId="255"/>
        <pc:sldMkLst>
          <pc:docMk/>
          <pc:sldMk cId="1942491644" sldId="326"/>
        </pc:sldMkLst>
        <pc:spChg chg="mod">
          <ac:chgData name="nimeshmore319@gmail.com" userId="c130f38f6adabdae" providerId="LiveId" clId="{9BE20622-B8C6-476B-8A2E-38E5DD450F7B}" dt="2026-01-19T14:22:15.322" v="117" actId="255"/>
          <ac:spMkLst>
            <pc:docMk/>
            <pc:sldMk cId="1942491644" sldId="326"/>
            <ac:spMk id="2" creationId="{42FB8FC8-1EF7-5638-A00B-153639009482}"/>
          </ac:spMkLst>
        </pc:spChg>
        <pc:spChg chg="mod">
          <ac:chgData name="nimeshmore319@gmail.com" userId="c130f38f6adabdae" providerId="LiveId" clId="{9BE20622-B8C6-476B-8A2E-38E5DD450F7B}" dt="2026-01-19T08:59:32.901" v="58" actId="115"/>
          <ac:spMkLst>
            <pc:docMk/>
            <pc:sldMk cId="1942491644" sldId="326"/>
            <ac:spMk id="3" creationId="{C7EC3ACE-FA2B-C937-B5E8-5B141D2734D3}"/>
          </ac:spMkLst>
        </pc:spChg>
      </pc:sldChg>
      <pc:sldChg chg="modSp mod">
        <pc:chgData name="nimeshmore319@gmail.com" userId="c130f38f6adabdae" providerId="LiveId" clId="{9BE20622-B8C6-476B-8A2E-38E5DD450F7B}" dt="2026-01-19T14:23:11.832" v="118" actId="2711"/>
        <pc:sldMkLst>
          <pc:docMk/>
          <pc:sldMk cId="1189618452" sldId="327"/>
        </pc:sldMkLst>
        <pc:spChg chg="mod">
          <ac:chgData name="nimeshmore319@gmail.com" userId="c130f38f6adabdae" providerId="LiveId" clId="{9BE20622-B8C6-476B-8A2E-38E5DD450F7B}" dt="2026-01-19T14:23:11.832" v="118" actId="2711"/>
          <ac:spMkLst>
            <pc:docMk/>
            <pc:sldMk cId="1189618452" sldId="327"/>
            <ac:spMk id="2" creationId="{FA51876C-C599-FA4D-002D-87582C96BC28}"/>
          </ac:spMkLst>
        </pc:spChg>
        <pc:spChg chg="mod">
          <ac:chgData name="nimeshmore319@gmail.com" userId="c130f38f6adabdae" providerId="LiveId" clId="{9BE20622-B8C6-476B-8A2E-38E5DD450F7B}" dt="2026-01-19T08:59:46.821" v="62" actId="115"/>
          <ac:spMkLst>
            <pc:docMk/>
            <pc:sldMk cId="1189618452" sldId="327"/>
            <ac:spMk id="3" creationId="{AB7F7F5B-FFDE-8C23-C759-F009DEED8D96}"/>
          </ac:spMkLst>
        </pc:spChg>
        <pc:picChg chg="mod">
          <ac:chgData name="nimeshmore319@gmail.com" userId="c130f38f6adabdae" providerId="LiveId" clId="{9BE20622-B8C6-476B-8A2E-38E5DD450F7B}" dt="2026-01-19T14:16:17.116" v="82" actId="1076"/>
          <ac:picMkLst>
            <pc:docMk/>
            <pc:sldMk cId="1189618452" sldId="327"/>
            <ac:picMk id="5" creationId="{F6DF5EDC-3442-088B-510A-7B106C97D6C1}"/>
          </ac:picMkLst>
        </pc:picChg>
      </pc:sldChg>
      <pc:sldChg chg="modSp mod">
        <pc:chgData name="nimeshmore319@gmail.com" userId="c130f38f6adabdae" providerId="LiveId" clId="{9BE20622-B8C6-476B-8A2E-38E5DD450F7B}" dt="2026-01-19T14:23:31.111" v="121" actId="255"/>
        <pc:sldMkLst>
          <pc:docMk/>
          <pc:sldMk cId="1091849321" sldId="328"/>
        </pc:sldMkLst>
        <pc:spChg chg="mod">
          <ac:chgData name="nimeshmore319@gmail.com" userId="c130f38f6adabdae" providerId="LiveId" clId="{9BE20622-B8C6-476B-8A2E-38E5DD450F7B}" dt="2026-01-19T14:23:31.111" v="121" actId="255"/>
          <ac:spMkLst>
            <pc:docMk/>
            <pc:sldMk cId="1091849321" sldId="328"/>
            <ac:spMk id="2" creationId="{179B5DD5-8CF1-E61F-AF19-16E6AF8B03EC}"/>
          </ac:spMkLst>
        </pc:spChg>
        <pc:spChg chg="mod">
          <ac:chgData name="nimeshmore319@gmail.com" userId="c130f38f6adabdae" providerId="LiveId" clId="{9BE20622-B8C6-476B-8A2E-38E5DD450F7B}" dt="2026-01-19T09:00:00.608" v="66" actId="115"/>
          <ac:spMkLst>
            <pc:docMk/>
            <pc:sldMk cId="1091849321" sldId="328"/>
            <ac:spMk id="3" creationId="{CC065C92-68CC-1B23-B09A-916C373918CA}"/>
          </ac:spMkLst>
        </pc:spChg>
        <pc:picChg chg="mod">
          <ac:chgData name="nimeshmore319@gmail.com" userId="c130f38f6adabdae" providerId="LiveId" clId="{9BE20622-B8C6-476B-8A2E-38E5DD450F7B}" dt="2026-01-19T14:16:09.489" v="81" actId="1076"/>
          <ac:picMkLst>
            <pc:docMk/>
            <pc:sldMk cId="1091849321" sldId="328"/>
            <ac:picMk id="5" creationId="{14D2325C-BEB0-90F5-A2A6-90F7E25780C9}"/>
          </ac:picMkLst>
        </pc:picChg>
      </pc:sldChg>
      <pc:sldChg chg="modSp mod">
        <pc:chgData name="nimeshmore319@gmail.com" userId="c130f38f6adabdae" providerId="LiveId" clId="{9BE20622-B8C6-476B-8A2E-38E5DD450F7B}" dt="2026-01-19T14:23:53.225" v="123" actId="255"/>
        <pc:sldMkLst>
          <pc:docMk/>
          <pc:sldMk cId="2983413190" sldId="329"/>
        </pc:sldMkLst>
        <pc:spChg chg="mod">
          <ac:chgData name="nimeshmore319@gmail.com" userId="c130f38f6adabdae" providerId="LiveId" clId="{9BE20622-B8C6-476B-8A2E-38E5DD450F7B}" dt="2026-01-19T14:23:53.225" v="123" actId="255"/>
          <ac:spMkLst>
            <pc:docMk/>
            <pc:sldMk cId="2983413190" sldId="329"/>
            <ac:spMk id="2" creationId="{E43E3719-FEDC-807C-84B3-A90382A0D956}"/>
          </ac:spMkLst>
        </pc:spChg>
        <pc:spChg chg="mod">
          <ac:chgData name="nimeshmore319@gmail.com" userId="c130f38f6adabdae" providerId="LiveId" clId="{9BE20622-B8C6-476B-8A2E-38E5DD450F7B}" dt="2026-01-19T09:00:17.024" v="71" actId="115"/>
          <ac:spMkLst>
            <pc:docMk/>
            <pc:sldMk cId="2983413190" sldId="329"/>
            <ac:spMk id="3" creationId="{68EB95A8-484A-B29F-193D-4440E39005E9}"/>
          </ac:spMkLst>
        </pc:spChg>
      </pc:sldChg>
      <pc:sldChg chg="modSp mod">
        <pc:chgData name="nimeshmore319@gmail.com" userId="c130f38f6adabdae" providerId="LiveId" clId="{9BE20622-B8C6-476B-8A2E-38E5DD450F7B}" dt="2026-01-19T14:24:22.838" v="127" actId="255"/>
        <pc:sldMkLst>
          <pc:docMk/>
          <pc:sldMk cId="3607103610" sldId="330"/>
        </pc:sldMkLst>
        <pc:spChg chg="mod">
          <ac:chgData name="nimeshmore319@gmail.com" userId="c130f38f6adabdae" providerId="LiveId" clId="{9BE20622-B8C6-476B-8A2E-38E5DD450F7B}" dt="2026-01-19T14:24:22.838" v="127" actId="255"/>
          <ac:spMkLst>
            <pc:docMk/>
            <pc:sldMk cId="3607103610" sldId="330"/>
            <ac:spMk id="2" creationId="{0ADBF7EC-1C3A-8476-9E48-3974720F73F1}"/>
          </ac:spMkLst>
        </pc:spChg>
        <pc:spChg chg="mod">
          <ac:chgData name="nimeshmore319@gmail.com" userId="c130f38f6adabdae" providerId="LiveId" clId="{9BE20622-B8C6-476B-8A2E-38E5DD450F7B}" dt="2026-01-19T09:00:35.018" v="75" actId="115"/>
          <ac:spMkLst>
            <pc:docMk/>
            <pc:sldMk cId="3607103610" sldId="330"/>
            <ac:spMk id="3" creationId="{40977F93-D792-8B86-2E4F-8B1CC7105BD0}"/>
          </ac:spMkLst>
        </pc:spChg>
      </pc:sldChg>
      <pc:sldChg chg="modSp mod">
        <pc:chgData name="nimeshmore319@gmail.com" userId="c130f38f6adabdae" providerId="LiveId" clId="{9BE20622-B8C6-476B-8A2E-38E5DD450F7B}" dt="2026-01-19T14:24:32.649" v="129" actId="27636"/>
        <pc:sldMkLst>
          <pc:docMk/>
          <pc:sldMk cId="1252969625" sldId="331"/>
        </pc:sldMkLst>
        <pc:spChg chg="mod">
          <ac:chgData name="nimeshmore319@gmail.com" userId="c130f38f6adabdae" providerId="LiveId" clId="{9BE20622-B8C6-476B-8A2E-38E5DD450F7B}" dt="2026-01-19T14:24:32.649" v="129" actId="27636"/>
          <ac:spMkLst>
            <pc:docMk/>
            <pc:sldMk cId="1252969625" sldId="331"/>
            <ac:spMk id="2" creationId="{F75A52E3-286C-D0EE-0251-6B22083E7E00}"/>
          </ac:spMkLst>
        </pc:spChg>
        <pc:spChg chg="mod">
          <ac:chgData name="nimeshmore319@gmail.com" userId="c130f38f6adabdae" providerId="LiveId" clId="{9BE20622-B8C6-476B-8A2E-38E5DD450F7B}" dt="2026-01-19T09:00:54.331" v="80" actId="115"/>
          <ac:spMkLst>
            <pc:docMk/>
            <pc:sldMk cId="1252969625" sldId="331"/>
            <ac:spMk id="3" creationId="{7652A3CE-5CD6-683B-19B3-8707067E18F0}"/>
          </ac:spMkLst>
        </pc:spChg>
      </pc:sldChg>
      <pc:sldChg chg="addSp delSp modSp new del mod">
        <pc:chgData name="nimeshmore319@gmail.com" userId="c130f38f6adabdae" providerId="LiveId" clId="{9BE20622-B8C6-476B-8A2E-38E5DD450F7B}" dt="2026-01-19T14:26:50.679" v="133" actId="2696"/>
        <pc:sldMkLst>
          <pc:docMk/>
          <pc:sldMk cId="2136351670" sldId="332"/>
        </pc:sldMkLst>
        <pc:spChg chg="del">
          <ac:chgData name="nimeshmore319@gmail.com" userId="c130f38f6adabdae" providerId="LiveId" clId="{9BE20622-B8C6-476B-8A2E-38E5DD450F7B}" dt="2026-01-19T14:26:32.271" v="131" actId="22"/>
          <ac:spMkLst>
            <pc:docMk/>
            <pc:sldMk cId="2136351670" sldId="332"/>
            <ac:spMk id="3" creationId="{6A2E0C5F-960C-5D9C-6598-A6840A04CCE5}"/>
          </ac:spMkLst>
        </pc:spChg>
        <pc:picChg chg="add mod ord">
          <ac:chgData name="nimeshmore319@gmail.com" userId="c130f38f6adabdae" providerId="LiveId" clId="{9BE20622-B8C6-476B-8A2E-38E5DD450F7B}" dt="2026-01-19T14:26:34.317" v="132" actId="1076"/>
          <ac:picMkLst>
            <pc:docMk/>
            <pc:sldMk cId="2136351670" sldId="332"/>
            <ac:picMk id="5" creationId="{48C1A78C-A0CE-28BC-ED22-FB624AB1BA8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DBDFE-DD3D-4291-A404-1B97A83A6EA8}" type="datetimeFigureOut">
              <a:rPr lang="en-US" smtClean="0"/>
              <a:t>1/19/2026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56DE3-4E01-4AFD-AD42-42312842E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6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870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0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88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732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58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73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8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2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6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910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lower illustrations">
            <a:extLst>
              <a:ext uri="{FF2B5EF4-FFF2-40B4-BE49-F238E27FC236}">
                <a16:creationId xmlns:a16="http://schemas.microsoft.com/office/drawing/2014/main" id="{46768272-0F6A-4E58-A45C-F10D015D89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</p:pic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BF9FFE17-DE95-4821-ACC1-B90C9544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3CF76AF-FF72-4430-A772-05840329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132" y="2091263"/>
            <a:ext cx="8649738" cy="2590800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b="1" u="sng" dirty="0" err="1"/>
              <a:t>ev</a:t>
            </a:r>
            <a:r>
              <a:rPr lang="en-US" b="1" u="sng" dirty="0"/>
              <a:t> charging  analytics</a:t>
            </a:r>
            <a:endParaRPr lang="en-US" sz="6800" b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1130" y="4682062"/>
            <a:ext cx="8652788" cy="457201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2400" b="1" u="sng" dirty="0"/>
              <a:t>MY SQL PROJECT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B1C8180-2FDD-4202-8C45-4057CB1AB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6E86CC6-13EA-4A88-86AD-CF27BF52C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F80B441-4F7D-4B40-8A13-FED03A1F3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0C7FD1A-44B1-4E4C-B0C9-A8103DCC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0DF17-3E7C-C6BB-AB1C-C7E649187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#1. Create a database named </a:t>
            </a:r>
            <a:r>
              <a:rPr lang="en-US" dirty="0" err="1">
                <a:latin typeface="Aparajita" panose="02020603050405020304" pitchFamily="18" charset="0"/>
                <a:cs typeface="Aparajita" panose="02020603050405020304" pitchFamily="18" charset="0"/>
              </a:rPr>
              <a:t>EV_Charging_Analytics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.</a:t>
            </a:r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CA9D8-3E8B-A178-B4B6-E9276CD79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b="1" u="sng" dirty="0"/>
              <a:t>QUERY:</a:t>
            </a:r>
            <a:r>
              <a:rPr lang="en-US" sz="1600" dirty="0"/>
              <a:t> create database </a:t>
            </a:r>
            <a:r>
              <a:rPr lang="en-US" sz="1600" dirty="0" err="1"/>
              <a:t>EV_charging_analytics</a:t>
            </a:r>
            <a:r>
              <a:rPr lang="en-US" sz="1600" dirty="0"/>
              <a:t>;</a:t>
            </a:r>
          </a:p>
          <a:p>
            <a:r>
              <a:rPr lang="en-US" sz="1600" dirty="0"/>
              <a:t>use </a:t>
            </a:r>
            <a:r>
              <a:rPr lang="en-US" sz="1600" dirty="0" err="1"/>
              <a:t>EV_charging_analytics</a:t>
            </a:r>
            <a:r>
              <a:rPr lang="en-US" sz="1600" dirty="0"/>
              <a:t>;</a:t>
            </a:r>
          </a:p>
          <a:p>
            <a:endParaRPr lang="en-US" sz="1600" dirty="0"/>
          </a:p>
          <a:p>
            <a:r>
              <a:rPr lang="en-US" sz="1600" b="1" u="sng" dirty="0"/>
              <a:t>OUTPUT:</a:t>
            </a:r>
            <a:endParaRPr lang="en-IN" sz="1600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0F956D-9531-7B93-7A7E-87135A074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892" y="3264408"/>
            <a:ext cx="4153787" cy="221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09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4ABDA-1EFC-C376-21CC-564CBE6F5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39496"/>
            <a:ext cx="10058400" cy="1371600"/>
          </a:xfrm>
        </p:spPr>
        <p:txBody>
          <a:bodyPr>
            <a:normAutofit/>
          </a:bodyPr>
          <a:lstStyle/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#2. Create a table </a:t>
            </a:r>
            <a:r>
              <a:rPr lang="en-US" dirty="0" err="1">
                <a:latin typeface="Aparajita" panose="02020603050405020304" pitchFamily="18" charset="0"/>
                <a:cs typeface="Aparajita" panose="02020603050405020304" pitchFamily="18" charset="0"/>
              </a:rPr>
              <a:t>ev_charging_sessions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 with appropriate data types and constraints.</a:t>
            </a:r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74518-F1A2-3D77-3B7A-5E4310663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sng" dirty="0"/>
              <a:t>QUERY: </a:t>
            </a:r>
            <a:r>
              <a:rPr lang="en-IN" dirty="0"/>
              <a:t>create table </a:t>
            </a:r>
            <a:r>
              <a:rPr lang="en-IN" dirty="0" err="1"/>
              <a:t>EV_charging_pattern</a:t>
            </a:r>
            <a:r>
              <a:rPr lang="en-IN" dirty="0"/>
              <a:t> (id </a:t>
            </a:r>
            <a:r>
              <a:rPr lang="en-IN" dirty="0" err="1"/>
              <a:t>int,user_id</a:t>
            </a:r>
            <a:r>
              <a:rPr lang="en-IN" dirty="0"/>
              <a:t> varchar(20),</a:t>
            </a:r>
            <a:r>
              <a:rPr lang="en-IN" dirty="0" err="1"/>
              <a:t>vehicle_model</a:t>
            </a:r>
            <a:r>
              <a:rPr lang="en-IN" dirty="0"/>
              <a:t> varchar(20),</a:t>
            </a:r>
            <a:r>
              <a:rPr lang="en-IN" dirty="0" err="1"/>
              <a:t>battery_capacity_kwh</a:t>
            </a:r>
            <a:r>
              <a:rPr lang="en-IN" dirty="0"/>
              <a:t> </a:t>
            </a:r>
            <a:r>
              <a:rPr lang="en-IN" dirty="0" err="1"/>
              <a:t>int,charging_station_id</a:t>
            </a:r>
            <a:r>
              <a:rPr lang="en-IN" dirty="0"/>
              <a:t> varchar(20),</a:t>
            </a:r>
            <a:r>
              <a:rPr lang="en-IN" dirty="0" err="1"/>
              <a:t>charging_station_location</a:t>
            </a:r>
            <a:r>
              <a:rPr lang="en-IN" dirty="0"/>
              <a:t> char(20),</a:t>
            </a:r>
            <a:r>
              <a:rPr lang="en-IN" dirty="0" err="1"/>
              <a:t>charging_start</a:t>
            </a:r>
            <a:r>
              <a:rPr lang="en-IN" dirty="0"/>
              <a:t> </a:t>
            </a:r>
            <a:r>
              <a:rPr lang="en-IN" dirty="0" err="1"/>
              <a:t>datetime,charging_end</a:t>
            </a:r>
            <a:r>
              <a:rPr lang="en-IN" dirty="0"/>
              <a:t> </a:t>
            </a:r>
            <a:r>
              <a:rPr lang="en-IN" dirty="0" err="1"/>
              <a:t>datetime,energy_consumed</a:t>
            </a:r>
            <a:r>
              <a:rPr lang="en-IN" dirty="0"/>
              <a:t> </a:t>
            </a:r>
            <a:r>
              <a:rPr lang="en-IN" dirty="0" err="1"/>
              <a:t>int,charging_duration_hours</a:t>
            </a:r>
            <a:r>
              <a:rPr lang="en-IN" dirty="0"/>
              <a:t> </a:t>
            </a:r>
            <a:r>
              <a:rPr lang="en-IN" dirty="0" err="1"/>
              <a:t>int,charging_rate_kw</a:t>
            </a:r>
            <a:r>
              <a:rPr lang="en-IN" dirty="0"/>
              <a:t> </a:t>
            </a:r>
            <a:r>
              <a:rPr lang="en-IN" dirty="0" err="1"/>
              <a:t>int,charging_cost_usd</a:t>
            </a:r>
            <a:r>
              <a:rPr lang="en-IN" dirty="0"/>
              <a:t> </a:t>
            </a:r>
            <a:r>
              <a:rPr lang="en-IN" dirty="0" err="1"/>
              <a:t>int,time_of_day</a:t>
            </a:r>
            <a:r>
              <a:rPr lang="en-IN" dirty="0"/>
              <a:t> char(20),</a:t>
            </a:r>
            <a:r>
              <a:rPr lang="en-IN" dirty="0" err="1"/>
              <a:t>day_of_week</a:t>
            </a:r>
            <a:r>
              <a:rPr lang="en-IN" dirty="0"/>
              <a:t> char(20),</a:t>
            </a:r>
            <a:r>
              <a:rPr lang="en-IN" dirty="0" err="1"/>
              <a:t>soc_start_pct</a:t>
            </a:r>
            <a:r>
              <a:rPr lang="en-IN" dirty="0"/>
              <a:t> </a:t>
            </a:r>
            <a:r>
              <a:rPr lang="en-IN" dirty="0" err="1"/>
              <a:t>int,soc_end_pct</a:t>
            </a:r>
            <a:r>
              <a:rPr lang="en-IN" dirty="0"/>
              <a:t> </a:t>
            </a:r>
            <a:r>
              <a:rPr lang="en-IN" dirty="0" err="1"/>
              <a:t>int,distance_km</a:t>
            </a:r>
            <a:r>
              <a:rPr lang="en-IN" dirty="0"/>
              <a:t> </a:t>
            </a:r>
            <a:r>
              <a:rPr lang="en-IN" dirty="0" err="1"/>
              <a:t>int,temperature_c</a:t>
            </a:r>
            <a:r>
              <a:rPr lang="en-IN" dirty="0"/>
              <a:t> </a:t>
            </a:r>
            <a:r>
              <a:rPr lang="en-IN" dirty="0" err="1"/>
              <a:t>int,vehicle_age_years</a:t>
            </a:r>
            <a:r>
              <a:rPr lang="en-IN" dirty="0"/>
              <a:t> </a:t>
            </a:r>
            <a:r>
              <a:rPr lang="en-IN" dirty="0" err="1"/>
              <a:t>int,charger_type</a:t>
            </a:r>
            <a:r>
              <a:rPr lang="en-IN" dirty="0"/>
              <a:t> varchar(20),</a:t>
            </a:r>
            <a:r>
              <a:rPr lang="en-IN" dirty="0" err="1"/>
              <a:t>user_type</a:t>
            </a:r>
            <a:r>
              <a:rPr lang="en-IN" dirty="0"/>
              <a:t> varchar(50));select * from </a:t>
            </a:r>
            <a:r>
              <a:rPr lang="en-IN" dirty="0" err="1"/>
              <a:t>EV_charging_pattern</a:t>
            </a:r>
            <a:r>
              <a:rPr lang="en-IN" dirty="0"/>
              <a:t>;</a:t>
            </a:r>
          </a:p>
          <a:p>
            <a:r>
              <a:rPr lang="en-IN" b="1" u="sng" dirty="0"/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ED32E7-05EA-4C00-318E-BB3D1F174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145" y="3675888"/>
            <a:ext cx="8602956" cy="271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284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FA29F-58DF-33B9-F649-86CF7D40E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#3. Add a new </a:t>
            </a:r>
            <a:r>
              <a:rPr lang="en-US" dirty="0" err="1">
                <a:latin typeface="Aparajita" panose="02020603050405020304" pitchFamily="18" charset="0"/>
                <a:cs typeface="Aparajita" panose="02020603050405020304" pitchFamily="18" charset="0"/>
              </a:rPr>
              <a:t>colum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 </a:t>
            </a:r>
            <a:r>
              <a:rPr lang="en-US" dirty="0" err="1">
                <a:latin typeface="Aparajita" panose="02020603050405020304" pitchFamily="18" charset="0"/>
                <a:cs typeface="Aparajita" panose="02020603050405020304" pitchFamily="18" charset="0"/>
              </a:rPr>
              <a:t>charging_efficiency_pct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.</a:t>
            </a:r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AD867-4625-63E7-1631-CD92CB431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QUERY:</a:t>
            </a:r>
            <a:r>
              <a:rPr lang="en-US" dirty="0"/>
              <a:t> alter table </a:t>
            </a:r>
            <a:r>
              <a:rPr lang="en-US" dirty="0" err="1"/>
              <a:t>EV_charging_pattern</a:t>
            </a:r>
            <a:r>
              <a:rPr lang="en-US" dirty="0"/>
              <a:t> add column </a:t>
            </a:r>
            <a:r>
              <a:rPr lang="en-US" dirty="0" err="1"/>
              <a:t>charging_efficiency_pct</a:t>
            </a:r>
            <a:r>
              <a:rPr lang="en-US" dirty="0"/>
              <a:t> int;</a:t>
            </a:r>
          </a:p>
          <a:p>
            <a:r>
              <a:rPr lang="en-US" b="1" u="sng" dirty="0"/>
              <a:t>OUTPUT:</a:t>
            </a:r>
            <a:endParaRPr lang="en-IN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7432A3-B677-D3F9-7E91-26359BAD4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957" y="2523744"/>
            <a:ext cx="1381318" cy="378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729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BD104-B740-9F2F-6945-EEDB8B592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#4. Modify </a:t>
            </a:r>
            <a:r>
              <a:rPr lang="en-US" dirty="0" err="1">
                <a:latin typeface="Aparajita" panose="02020603050405020304" pitchFamily="18" charset="0"/>
                <a:cs typeface="Aparajita" panose="02020603050405020304" pitchFamily="18" charset="0"/>
              </a:rPr>
              <a:t>charging_cost_usd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 to increase precision.</a:t>
            </a:r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AE683-5A4B-A466-1DC3-9D232DA12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QUERY:</a:t>
            </a:r>
            <a:r>
              <a:rPr lang="en-US" dirty="0"/>
              <a:t> alter table </a:t>
            </a:r>
            <a:r>
              <a:rPr lang="en-US" dirty="0" err="1"/>
              <a:t>EV_charging_pattern</a:t>
            </a:r>
            <a:r>
              <a:rPr lang="en-US" dirty="0"/>
              <a:t> modify </a:t>
            </a:r>
            <a:r>
              <a:rPr lang="en-US" dirty="0" err="1"/>
              <a:t>charging_cost_usd</a:t>
            </a:r>
            <a:r>
              <a:rPr lang="en-US" dirty="0"/>
              <a:t> decimal(10,3);</a:t>
            </a:r>
          </a:p>
          <a:p>
            <a:r>
              <a:rPr lang="en-US" b="1" u="sng" dirty="0"/>
              <a:t>OUTPUT:</a:t>
            </a:r>
            <a:endParaRPr lang="en-IN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FC6391-60E6-0DAA-10EB-A66CE91FC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456" y="2465247"/>
            <a:ext cx="1226704" cy="338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749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2E72D-2486-50EA-AEBB-6DD07F9E4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728" y="3429000"/>
            <a:ext cx="9872472" cy="2368296"/>
          </a:xfrm>
        </p:spPr>
        <p:txBody>
          <a:bodyPr/>
          <a:lstStyle/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#6. Import all records from CSV file.</a:t>
            </a:r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F718B-A9C0-4E13-4DB9-A7D3837E4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496312"/>
            <a:ext cx="10058400" cy="1078992"/>
          </a:xfrm>
        </p:spPr>
        <p:txBody>
          <a:bodyPr/>
          <a:lstStyle/>
          <a:p>
            <a:r>
              <a:rPr lang="en-US" b="1" u="sng" dirty="0"/>
              <a:t>QUERY:</a:t>
            </a:r>
            <a:r>
              <a:rPr lang="en-US" dirty="0"/>
              <a:t> alter table </a:t>
            </a:r>
            <a:r>
              <a:rPr lang="en-US" dirty="0" err="1"/>
              <a:t>EV_charging_pattern</a:t>
            </a:r>
            <a:r>
              <a:rPr lang="en-US" dirty="0"/>
              <a:t> drop </a:t>
            </a:r>
            <a:r>
              <a:rPr lang="en-US" dirty="0" err="1"/>
              <a:t>temperature_c</a:t>
            </a:r>
            <a:r>
              <a:rPr lang="en-US" dirty="0"/>
              <a:t>;</a:t>
            </a:r>
          </a:p>
          <a:p>
            <a:r>
              <a:rPr lang="en-US" b="1" u="sng" dirty="0"/>
              <a:t>OUTPUT:</a:t>
            </a:r>
            <a:r>
              <a:rPr lang="en-US" dirty="0"/>
              <a:t> ALREADY DROP THEB TABLE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C41393F-E1A5-F1C4-D534-3C2BCA1D23D7}"/>
              </a:ext>
            </a:extLst>
          </p:cNvPr>
          <p:cNvSpPr txBox="1">
            <a:spLocks/>
          </p:cNvSpPr>
          <p:nvPr/>
        </p:nvSpPr>
        <p:spPr>
          <a:xfrm>
            <a:off x="1066800" y="1490472"/>
            <a:ext cx="10210800" cy="676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i="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IN" dirty="0">
                <a:latin typeface="Aparajita" panose="02020603050405020304" pitchFamily="18" charset="0"/>
                <a:cs typeface="Aparajita" panose="02020603050405020304" pitchFamily="18" charset="0"/>
              </a:rPr>
              <a:t>#5. Drop </a:t>
            </a:r>
            <a:r>
              <a:rPr lang="en-IN" dirty="0" err="1">
                <a:latin typeface="Aparajita" panose="02020603050405020304" pitchFamily="18" charset="0"/>
                <a:cs typeface="Aparajita" panose="02020603050405020304" pitchFamily="18" charset="0"/>
              </a:rPr>
              <a:t>temperature_c</a:t>
            </a:r>
            <a:r>
              <a:rPr lang="en-IN" dirty="0">
                <a:latin typeface="Aparajita" panose="02020603050405020304" pitchFamily="18" charset="0"/>
                <a:cs typeface="Aparajita" panose="02020603050405020304" pitchFamily="18" charset="0"/>
              </a:rPr>
              <a:t> column.</a:t>
            </a:r>
          </a:p>
        </p:txBody>
      </p:sp>
    </p:spTree>
    <p:extLst>
      <p:ext uri="{BB962C8B-B14F-4D97-AF65-F5344CB8AC3E}">
        <p14:creationId xmlns:p14="http://schemas.microsoft.com/office/powerpoint/2010/main" val="1727214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63E8-FF49-ED9E-FB9D-627CA91C2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555224" cy="1371600"/>
          </a:xfrm>
        </p:spPr>
        <p:txBody>
          <a:bodyPr>
            <a:normAutofit/>
          </a:bodyPr>
          <a:lstStyle/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#7. Update </a:t>
            </a:r>
            <a:r>
              <a:rPr lang="en-US" dirty="0" err="1">
                <a:latin typeface="Aparajita" panose="02020603050405020304" pitchFamily="18" charset="0"/>
                <a:cs typeface="Aparajita" panose="02020603050405020304" pitchFamily="18" charset="0"/>
              </a:rPr>
              <a:t>charging_efficiency_pct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 = (</a:t>
            </a:r>
            <a:r>
              <a:rPr lang="en-US" dirty="0" err="1">
                <a:latin typeface="Aparajita" panose="02020603050405020304" pitchFamily="18" charset="0"/>
                <a:cs typeface="Aparajita" panose="02020603050405020304" pitchFamily="18" charset="0"/>
              </a:rPr>
              <a:t>energy_consumed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 / </a:t>
            </a:r>
            <a:r>
              <a:rPr lang="en-US" dirty="0" err="1">
                <a:latin typeface="Aparajita" panose="02020603050405020304" pitchFamily="18" charset="0"/>
                <a:cs typeface="Aparajita" panose="02020603050405020304" pitchFamily="18" charset="0"/>
              </a:rPr>
              <a:t>battery_capacity_kwh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) * 100.</a:t>
            </a:r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75CFB-33A0-E6E0-2616-805A2B5E0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b="1" u="sng" dirty="0"/>
              <a:t>QUERY: </a:t>
            </a:r>
            <a:r>
              <a:rPr lang="en-US" sz="1400" dirty="0"/>
              <a:t>update </a:t>
            </a:r>
            <a:r>
              <a:rPr lang="en-US" sz="1400" dirty="0" err="1"/>
              <a:t>EV_charging_pattern</a:t>
            </a:r>
            <a:r>
              <a:rPr lang="en-US" sz="1400" dirty="0"/>
              <a:t> set </a:t>
            </a:r>
            <a:r>
              <a:rPr lang="en-US" sz="1400" dirty="0" err="1"/>
              <a:t>charging_efficiency_pct</a:t>
            </a:r>
            <a:r>
              <a:rPr lang="en-US" sz="1400" dirty="0"/>
              <a:t> = (</a:t>
            </a:r>
            <a:r>
              <a:rPr lang="en-US" sz="1400" dirty="0" err="1"/>
              <a:t>energy_consumed</a:t>
            </a:r>
            <a:r>
              <a:rPr lang="en-US" sz="1400" dirty="0"/>
              <a:t> / </a:t>
            </a:r>
            <a:r>
              <a:rPr lang="en-US" sz="1400" dirty="0" err="1"/>
              <a:t>battery_capacity_kwh</a:t>
            </a:r>
            <a:r>
              <a:rPr lang="en-US" sz="1400" dirty="0"/>
              <a:t>) * 100;</a:t>
            </a:r>
          </a:p>
          <a:p>
            <a:r>
              <a:rPr lang="en-US" sz="1400" b="1" u="sng" dirty="0"/>
              <a:t>OUTPUT:</a:t>
            </a:r>
            <a:endParaRPr lang="en-IN" sz="1400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2DE7EC-4326-69A5-CED9-CE994AB86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221" y="2434869"/>
            <a:ext cx="1381318" cy="399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824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58AD-4F2B-0EBF-B0CE-7128BED81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642594"/>
            <a:ext cx="10954512" cy="1371600"/>
          </a:xfrm>
        </p:spPr>
        <p:txBody>
          <a:bodyPr>
            <a:normAutofit/>
          </a:bodyPr>
          <a:lstStyle/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#8. Increase </a:t>
            </a:r>
            <a:r>
              <a:rPr lang="en-US" dirty="0" err="1">
                <a:latin typeface="Aparajita" panose="02020603050405020304" pitchFamily="18" charset="0"/>
                <a:cs typeface="Aparajita" panose="02020603050405020304" pitchFamily="18" charset="0"/>
              </a:rPr>
              <a:t>charging_cost_usd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 by 5% for New York.</a:t>
            </a:r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3E585-B7D1-27FE-2F66-389C175AF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QUERY:</a:t>
            </a:r>
            <a:r>
              <a:rPr lang="en-US" dirty="0"/>
              <a:t> update </a:t>
            </a:r>
            <a:r>
              <a:rPr lang="en-US" dirty="0" err="1"/>
              <a:t>EV_charging_pattern</a:t>
            </a:r>
            <a:r>
              <a:rPr lang="en-US" dirty="0"/>
              <a:t> set </a:t>
            </a:r>
            <a:r>
              <a:rPr lang="en-US" dirty="0" err="1"/>
              <a:t>charging_cost_usd</a:t>
            </a:r>
            <a:r>
              <a:rPr lang="en-US" dirty="0"/>
              <a:t> = </a:t>
            </a:r>
            <a:r>
              <a:rPr lang="en-US" dirty="0" err="1"/>
              <a:t>charging_cost_usd</a:t>
            </a:r>
            <a:r>
              <a:rPr lang="en-US" dirty="0"/>
              <a:t> * 1.05 where </a:t>
            </a:r>
            <a:r>
              <a:rPr lang="en-US" dirty="0" err="1"/>
              <a:t>charging_station_location</a:t>
            </a:r>
            <a:r>
              <a:rPr lang="en-US" dirty="0"/>
              <a:t> = 'new </a:t>
            </a:r>
            <a:r>
              <a:rPr lang="en-US" dirty="0" err="1"/>
              <a:t>york</a:t>
            </a:r>
            <a:r>
              <a:rPr lang="en-US" dirty="0"/>
              <a:t>’;</a:t>
            </a:r>
          </a:p>
          <a:p>
            <a:r>
              <a:rPr lang="en-US" b="1" u="sng" dirty="0"/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FBCC32-21C0-9B24-4647-46878F38B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3090671"/>
            <a:ext cx="10058400" cy="302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572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343EE-9B47-756B-C101-6153874C4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#9.Delete records where </a:t>
            </a:r>
            <a:r>
              <a:rPr lang="en-US" dirty="0" err="1">
                <a:latin typeface="Aparajita" panose="02020603050405020304" pitchFamily="18" charset="0"/>
                <a:cs typeface="Aparajita" panose="02020603050405020304" pitchFamily="18" charset="0"/>
              </a:rPr>
              <a:t>energy_consumed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 &lt; 5.</a:t>
            </a:r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AE4D9-F7AF-A4D9-6FBC-A6545917E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QUERY: </a:t>
            </a:r>
            <a:r>
              <a:rPr lang="en-US" dirty="0"/>
              <a:t>delete from </a:t>
            </a:r>
            <a:r>
              <a:rPr lang="en-US" dirty="0" err="1"/>
              <a:t>EV_charging_pattern</a:t>
            </a:r>
            <a:r>
              <a:rPr lang="en-US" dirty="0"/>
              <a:t> where </a:t>
            </a:r>
            <a:r>
              <a:rPr lang="en-US" dirty="0" err="1"/>
              <a:t>energy_consumed</a:t>
            </a:r>
            <a:r>
              <a:rPr lang="en-US" dirty="0"/>
              <a:t> &lt; 5;</a:t>
            </a:r>
          </a:p>
          <a:p>
            <a:r>
              <a:rPr lang="en-US" b="1" u="sng" dirty="0"/>
              <a:t>OUTPUT: </a:t>
            </a:r>
            <a:endParaRPr lang="en-IN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51158F-F159-95B3-E06B-DC03B8A80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788433"/>
            <a:ext cx="10771632" cy="30367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0ED0CD-48F2-1FF4-4FD2-71C34F35C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3832" y="6134432"/>
            <a:ext cx="5201376" cy="16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450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004B9-62B2-71DE-7CF8-89546062F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#10. Insert a test record manually.</a:t>
            </a:r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346B8-43B2-D984-3461-7CA87FE40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QUERY: </a:t>
            </a:r>
            <a:r>
              <a:rPr lang="en-US" dirty="0"/>
              <a:t>insert into </a:t>
            </a:r>
            <a:r>
              <a:rPr lang="en-US" dirty="0" err="1"/>
              <a:t>EV_charging_pattern</a:t>
            </a:r>
            <a:r>
              <a:rPr lang="en-US" dirty="0"/>
              <a:t> (id) values (5000);</a:t>
            </a:r>
          </a:p>
          <a:p>
            <a:r>
              <a:rPr lang="en-US" b="1" u="sng" dirty="0"/>
              <a:t>OUTPUT:</a:t>
            </a:r>
            <a:endParaRPr lang="en-IN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F8A0C7-9ADE-2B71-11AC-8481F2892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13" y="3043521"/>
            <a:ext cx="10917174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750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77AC3-1AA2-F19F-C09C-62C8A8BEE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#11. Retrieve sessions where </a:t>
            </a:r>
            <a:r>
              <a:rPr lang="en-US" dirty="0" err="1">
                <a:latin typeface="Aparajita" panose="02020603050405020304" pitchFamily="18" charset="0"/>
                <a:cs typeface="Aparajita" panose="02020603050405020304" pitchFamily="18" charset="0"/>
              </a:rPr>
              <a:t>charging_rate_kw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 &gt; 40.</a:t>
            </a:r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62C67-826B-95D0-AD67-B52E067FE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QUERY:</a:t>
            </a:r>
            <a:r>
              <a:rPr lang="en-US" dirty="0"/>
              <a:t> select * from </a:t>
            </a:r>
            <a:r>
              <a:rPr lang="en-US" dirty="0" err="1"/>
              <a:t>ev_charging_pattern</a:t>
            </a:r>
            <a:r>
              <a:rPr lang="en-US" dirty="0"/>
              <a:t> where </a:t>
            </a:r>
            <a:r>
              <a:rPr lang="en-US" dirty="0" err="1"/>
              <a:t>charging_rate_kw</a:t>
            </a:r>
            <a:r>
              <a:rPr lang="en-US" dirty="0"/>
              <a:t> &gt; 40;</a:t>
            </a:r>
          </a:p>
          <a:p>
            <a:r>
              <a:rPr lang="en-US" b="1" u="sng" dirty="0"/>
              <a:t>OUTPUT:</a:t>
            </a:r>
            <a:endParaRPr lang="en-IN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802A81-433B-D3FD-5CCE-CBBB07127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253" y="2432272"/>
            <a:ext cx="1066949" cy="378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184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E6C06-7034-0F22-ABB4-29CE5264F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#12. Display top 5 most expensive sessions.</a:t>
            </a:r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9D624-D665-D3AD-36BE-30E3FA29A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 err="1"/>
              <a:t>QUERY:</a:t>
            </a:r>
            <a:r>
              <a:rPr lang="en-US" dirty="0" err="1"/>
              <a:t>select</a:t>
            </a:r>
            <a:r>
              <a:rPr lang="en-US" dirty="0"/>
              <a:t> * from </a:t>
            </a:r>
            <a:r>
              <a:rPr lang="en-US" dirty="0" err="1"/>
              <a:t>EV_charging_pattern</a:t>
            </a:r>
            <a:r>
              <a:rPr lang="en-US" dirty="0"/>
              <a:t>  order by </a:t>
            </a:r>
            <a:r>
              <a:rPr lang="en-US" dirty="0" err="1"/>
              <a:t>charging_cost_usd</a:t>
            </a:r>
            <a:r>
              <a:rPr lang="en-US" dirty="0"/>
              <a:t> desc limit 5;</a:t>
            </a:r>
          </a:p>
          <a:p>
            <a:endParaRPr lang="en-US" dirty="0"/>
          </a:p>
          <a:p>
            <a:r>
              <a:rPr lang="en-US" b="1" u="sng" dirty="0"/>
              <a:t>OUTPUT: </a:t>
            </a:r>
            <a:endParaRPr lang="en-IN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BEBFF2-BC82-B2AF-9E76-81C35E5A7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" y="3201474"/>
            <a:ext cx="10939272" cy="113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212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C42A1-302A-8901-BC9C-A6858D78D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#13. Show distinct </a:t>
            </a:r>
            <a:r>
              <a:rPr lang="en-US" dirty="0" err="1">
                <a:latin typeface="Aparajita" panose="02020603050405020304" pitchFamily="18" charset="0"/>
                <a:cs typeface="Aparajita" panose="02020603050405020304" pitchFamily="18" charset="0"/>
              </a:rPr>
              <a:t>vehicle_model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 names and counts.</a:t>
            </a:r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CAACD-1087-2A01-7C9D-B42F141C5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QUERY: </a:t>
            </a:r>
            <a:r>
              <a:rPr lang="en-US" dirty="0"/>
              <a:t>select </a:t>
            </a:r>
            <a:r>
              <a:rPr lang="en-US" dirty="0" err="1"/>
              <a:t>vehicle_model,count</a:t>
            </a:r>
            <a:r>
              <a:rPr lang="en-US" dirty="0"/>
              <a:t>(*) as </a:t>
            </a:r>
            <a:r>
              <a:rPr lang="en-US" dirty="0" err="1"/>
              <a:t>vehicle_count</a:t>
            </a:r>
            <a:r>
              <a:rPr lang="en-US" dirty="0"/>
              <a:t> from </a:t>
            </a:r>
            <a:r>
              <a:rPr lang="en-US" dirty="0" err="1"/>
              <a:t>EV_charging_pattern</a:t>
            </a:r>
            <a:r>
              <a:rPr lang="en-US" dirty="0"/>
              <a:t> group by </a:t>
            </a:r>
            <a:r>
              <a:rPr lang="en-US" dirty="0" err="1"/>
              <a:t>vehicle_model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b="1" u="sng" dirty="0"/>
              <a:t>OUTPUT:</a:t>
            </a:r>
            <a:endParaRPr lang="en-IN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E8160C-EC7D-2546-B5F6-89E1C451F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815" y="2878560"/>
            <a:ext cx="2988344" cy="197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39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B8FC8-1EF7-5638-A00B-153639009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#14. Find average charging cost per location.</a:t>
            </a:r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C3ACE-FA2B-C937-B5E8-5B141D273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QUERY: </a:t>
            </a:r>
            <a:r>
              <a:rPr lang="en-US" dirty="0"/>
              <a:t>select </a:t>
            </a:r>
            <a:r>
              <a:rPr lang="en-US" dirty="0" err="1"/>
              <a:t>charging_station_location,avg</a:t>
            </a:r>
            <a:r>
              <a:rPr lang="en-US" dirty="0"/>
              <a:t>(</a:t>
            </a:r>
            <a:r>
              <a:rPr lang="en-US" dirty="0" err="1"/>
              <a:t>charging_cost_usd</a:t>
            </a:r>
            <a:r>
              <a:rPr lang="en-US" dirty="0"/>
              <a:t>) as </a:t>
            </a:r>
            <a:r>
              <a:rPr lang="en-US" dirty="0" err="1"/>
              <a:t>avg_crg_cost_per_loc</a:t>
            </a:r>
            <a:r>
              <a:rPr lang="en-US" dirty="0"/>
              <a:t> from </a:t>
            </a:r>
            <a:r>
              <a:rPr lang="en-US" dirty="0" err="1"/>
              <a:t>EV_charging_pattern</a:t>
            </a:r>
            <a:r>
              <a:rPr lang="en-US" dirty="0"/>
              <a:t> group by </a:t>
            </a:r>
            <a:r>
              <a:rPr lang="en-US" dirty="0" err="1"/>
              <a:t>charging_station_location</a:t>
            </a:r>
            <a:r>
              <a:rPr lang="en-US" dirty="0"/>
              <a:t>;</a:t>
            </a:r>
          </a:p>
          <a:p>
            <a:r>
              <a:rPr lang="en-US" b="1" u="sng" dirty="0"/>
              <a:t> OUTPUT:</a:t>
            </a:r>
            <a:endParaRPr lang="en-IN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0D895B-E655-3AB5-D04E-B9725A331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242" y="2808562"/>
            <a:ext cx="5072568" cy="223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491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876C-C599-FA4D-002D-87582C96B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#15. List sessions on weekends.</a:t>
            </a:r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F7F5B-FFDE-8C23-C759-F009DEED8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QUERY:</a:t>
            </a:r>
            <a:r>
              <a:rPr lang="en-US" dirty="0"/>
              <a:t> select * from </a:t>
            </a:r>
            <a:r>
              <a:rPr lang="en-US" dirty="0" err="1"/>
              <a:t>EV_charging_pattern</a:t>
            </a:r>
            <a:r>
              <a:rPr lang="en-US" dirty="0"/>
              <a:t> where </a:t>
            </a:r>
            <a:r>
              <a:rPr lang="en-US" dirty="0" err="1"/>
              <a:t>day_of_week</a:t>
            </a:r>
            <a:r>
              <a:rPr lang="en-US" dirty="0"/>
              <a:t> in ('</a:t>
            </a:r>
            <a:r>
              <a:rPr lang="en-US" dirty="0" err="1"/>
              <a:t>saturday</a:t>
            </a:r>
            <a:r>
              <a:rPr lang="en-US" dirty="0"/>
              <a:t>','</a:t>
            </a:r>
            <a:r>
              <a:rPr lang="en-US" dirty="0" err="1"/>
              <a:t>sunday</a:t>
            </a:r>
            <a:r>
              <a:rPr lang="en-US" dirty="0"/>
              <a:t>’);</a:t>
            </a:r>
          </a:p>
          <a:p>
            <a:endParaRPr lang="en-US" dirty="0"/>
          </a:p>
          <a:p>
            <a:r>
              <a:rPr lang="en-US" b="1" u="sng" dirty="0"/>
              <a:t>OUTPUT:</a:t>
            </a:r>
            <a:endParaRPr lang="en-IN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DF5EDC-3442-088B-510A-7B106C97D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166" y="3246120"/>
            <a:ext cx="11059668" cy="256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618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B5DD5-8CF1-E61F-AF19-16E6AF8B0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parajita" panose="02020603050405020304" pitchFamily="18" charset="0"/>
                <a:cs typeface="Aparajita" panose="02020603050405020304" pitchFamily="18" charset="0"/>
              </a:rPr>
              <a:t>#16. Retrieve sessions where </a:t>
            </a:r>
            <a:r>
              <a:rPr lang="en-US" sz="3600" dirty="0" err="1">
                <a:latin typeface="Aparajita" panose="02020603050405020304" pitchFamily="18" charset="0"/>
                <a:cs typeface="Aparajita" panose="02020603050405020304" pitchFamily="18" charset="0"/>
              </a:rPr>
              <a:t>soc_end_pct</a:t>
            </a:r>
            <a:r>
              <a:rPr lang="en-US" sz="3600" dirty="0">
                <a:latin typeface="Aparajita" panose="02020603050405020304" pitchFamily="18" charset="0"/>
                <a:cs typeface="Aparajita" panose="02020603050405020304" pitchFamily="18" charset="0"/>
              </a:rPr>
              <a:t>  </a:t>
            </a:r>
            <a:r>
              <a:rPr lang="en-US" sz="3600" dirty="0" err="1">
                <a:latin typeface="Aparajita" panose="02020603050405020304" pitchFamily="18" charset="0"/>
                <a:cs typeface="Aparajita" panose="02020603050405020304" pitchFamily="18" charset="0"/>
              </a:rPr>
              <a:t>soc_start_pct</a:t>
            </a:r>
            <a:r>
              <a:rPr lang="en-US" sz="3600" dirty="0">
                <a:latin typeface="Aparajita" panose="02020603050405020304" pitchFamily="18" charset="0"/>
                <a:cs typeface="Aparajita" panose="02020603050405020304" pitchFamily="18" charset="0"/>
              </a:rPr>
              <a:t> &gt; 40. </a:t>
            </a:r>
            <a:endParaRPr lang="en-IN" sz="36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65C92-68CC-1B23-B09A-916C37391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QUERY: </a:t>
            </a:r>
            <a:r>
              <a:rPr lang="en-US" dirty="0"/>
              <a:t>select * from </a:t>
            </a:r>
            <a:r>
              <a:rPr lang="en-US" dirty="0" err="1"/>
              <a:t>EV_charging_pattern</a:t>
            </a:r>
            <a:r>
              <a:rPr lang="en-US" dirty="0"/>
              <a:t> where </a:t>
            </a:r>
            <a:r>
              <a:rPr lang="en-US" dirty="0" err="1"/>
              <a:t>soc_start_pct</a:t>
            </a:r>
            <a:r>
              <a:rPr lang="en-US" dirty="0"/>
              <a:t> &gt; 40;</a:t>
            </a:r>
          </a:p>
          <a:p>
            <a:r>
              <a:rPr lang="en-US" b="1" u="sng" dirty="0"/>
              <a:t>OUTPUT: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D2325C-BEB0-90F5-A2A6-90F7E2578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460" y="2518008"/>
            <a:ext cx="1185540" cy="332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849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E3719-FEDC-807C-84B3-A90382A0D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#17. Show average energy and duration per </a:t>
            </a:r>
            <a:r>
              <a:rPr lang="en-US" dirty="0" err="1">
                <a:latin typeface="Aparajita" panose="02020603050405020304" pitchFamily="18" charset="0"/>
                <a:cs typeface="Aparajita" panose="02020603050405020304" pitchFamily="18" charset="0"/>
              </a:rPr>
              <a:t>charger_type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.</a:t>
            </a:r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B95A8-484A-B29F-193D-4440E3900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QUERY:</a:t>
            </a:r>
            <a:r>
              <a:rPr lang="en-US" dirty="0"/>
              <a:t> select </a:t>
            </a:r>
            <a:r>
              <a:rPr lang="en-US" dirty="0" err="1"/>
              <a:t>charger_type,avg</a:t>
            </a:r>
            <a:r>
              <a:rPr lang="en-US" dirty="0"/>
              <a:t>(</a:t>
            </a:r>
            <a:r>
              <a:rPr lang="en-US" dirty="0" err="1"/>
              <a:t>energy_consumed</a:t>
            </a:r>
            <a:r>
              <a:rPr lang="en-US" dirty="0"/>
              <a:t>) as </a:t>
            </a:r>
            <a:r>
              <a:rPr lang="en-US" dirty="0" err="1"/>
              <a:t>avg_energy,avg</a:t>
            </a:r>
            <a:r>
              <a:rPr lang="en-US" dirty="0"/>
              <a:t>(</a:t>
            </a:r>
            <a:r>
              <a:rPr lang="en-US" dirty="0" err="1"/>
              <a:t>charging_duration_hours</a:t>
            </a:r>
            <a:r>
              <a:rPr lang="en-US" dirty="0"/>
              <a:t>) as </a:t>
            </a:r>
            <a:r>
              <a:rPr lang="en-US" dirty="0" err="1"/>
              <a:t>avg_duration</a:t>
            </a:r>
            <a:r>
              <a:rPr lang="en-US" dirty="0"/>
              <a:t> from </a:t>
            </a:r>
            <a:r>
              <a:rPr lang="en-US" dirty="0" err="1"/>
              <a:t>EV_charging_pattern</a:t>
            </a:r>
            <a:r>
              <a:rPr lang="en-US" dirty="0"/>
              <a:t> group by </a:t>
            </a:r>
            <a:r>
              <a:rPr lang="en-US" dirty="0" err="1"/>
              <a:t>charger_type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b="1" u="sng" dirty="0"/>
              <a:t>OUTPUT:</a:t>
            </a:r>
            <a:endParaRPr lang="en-IN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96210D-43D7-48E2-8FCD-837F6A367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176" y="3177284"/>
            <a:ext cx="4765441" cy="160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413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BF7EC-1C3A-8476-9E48-3974720F7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#19. Display sessions with </a:t>
            </a:r>
            <a:r>
              <a:rPr lang="en-US" dirty="0" err="1">
                <a:latin typeface="Aparajita" panose="02020603050405020304" pitchFamily="18" charset="0"/>
                <a:cs typeface="Aparajita" panose="02020603050405020304" pitchFamily="18" charset="0"/>
              </a:rPr>
              <a:t>vehicle_age_years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 &gt; 5 and </a:t>
            </a:r>
            <a:r>
              <a:rPr lang="en-US" dirty="0" err="1">
                <a:latin typeface="Aparajita" panose="02020603050405020304" pitchFamily="18" charset="0"/>
                <a:cs typeface="Aparajita" panose="02020603050405020304" pitchFamily="18" charset="0"/>
              </a:rPr>
              <a:t>user_type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 = 'Commuter'.</a:t>
            </a:r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77F93-D792-8B86-2E4F-8B1CC7105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QUERY:</a:t>
            </a:r>
            <a:r>
              <a:rPr lang="en-US" dirty="0"/>
              <a:t> select*from </a:t>
            </a:r>
            <a:r>
              <a:rPr lang="en-US" dirty="0" err="1"/>
              <a:t>EV_charging_pattern</a:t>
            </a:r>
            <a:r>
              <a:rPr lang="en-US" dirty="0"/>
              <a:t> where </a:t>
            </a:r>
            <a:r>
              <a:rPr lang="en-US" dirty="0" err="1"/>
              <a:t>vehicle_age_years</a:t>
            </a:r>
            <a:r>
              <a:rPr lang="en-US" dirty="0"/>
              <a:t> &gt; 5 and </a:t>
            </a:r>
            <a:r>
              <a:rPr lang="en-US" dirty="0" err="1"/>
              <a:t>user_type</a:t>
            </a:r>
            <a:r>
              <a:rPr lang="en-US" dirty="0"/>
              <a:t> = 'commuter’;</a:t>
            </a:r>
          </a:p>
          <a:p>
            <a:r>
              <a:rPr lang="en-US" b="1" u="sng" dirty="0"/>
              <a:t>OUTPUT:</a:t>
            </a:r>
            <a:endParaRPr lang="en-IN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49760F-3FEE-C582-45B8-E7711BD8C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900" y="2522772"/>
            <a:ext cx="3087619" cy="349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103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A52E3-286C-D0EE-0251-6B22083E7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#20. Categorize sessions as 'Low', 'Medium', 'High Energy' using CASE WHEN. </a:t>
            </a:r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2A3CE-5CD6-683B-19B3-8707067E1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544312" cy="2185416"/>
          </a:xfrm>
        </p:spPr>
        <p:txBody>
          <a:bodyPr>
            <a:normAutofit fontScale="92500" lnSpcReduction="20000"/>
          </a:bodyPr>
          <a:lstStyle/>
          <a:p>
            <a:r>
              <a:rPr lang="en-US" b="1" u="sng" dirty="0"/>
              <a:t>QUERY:</a:t>
            </a:r>
            <a:r>
              <a:rPr lang="en-US" dirty="0"/>
              <a:t> select *,</a:t>
            </a:r>
          </a:p>
          <a:p>
            <a:r>
              <a:rPr lang="en-US" dirty="0"/>
              <a:t>case when </a:t>
            </a:r>
            <a:r>
              <a:rPr lang="en-US" dirty="0" err="1"/>
              <a:t>energy_consumed</a:t>
            </a:r>
            <a:r>
              <a:rPr lang="en-US" dirty="0"/>
              <a:t>  &lt;40 then "low“</a:t>
            </a:r>
          </a:p>
          <a:p>
            <a:r>
              <a:rPr lang="en-US" dirty="0"/>
              <a:t>when </a:t>
            </a:r>
            <a:r>
              <a:rPr lang="en-US" dirty="0" err="1"/>
              <a:t>energy_consumed</a:t>
            </a:r>
            <a:r>
              <a:rPr lang="en-US" dirty="0"/>
              <a:t>  &gt;85 then "high“</a:t>
            </a:r>
          </a:p>
          <a:p>
            <a:r>
              <a:rPr lang="en-US" dirty="0"/>
              <a:t>else "</a:t>
            </a:r>
            <a:r>
              <a:rPr lang="en-US" dirty="0" err="1"/>
              <a:t>medium"end</a:t>
            </a:r>
            <a:r>
              <a:rPr lang="en-US" dirty="0"/>
              <a:t> as </a:t>
            </a:r>
            <a:r>
              <a:rPr lang="en-US" dirty="0" err="1"/>
              <a:t>enrg_con_range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EV_charging_pattern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b="1" u="sng" dirty="0"/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EE51B4-6EC5-DD20-545C-F4A02E440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438" y="3780455"/>
            <a:ext cx="1389002" cy="262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9696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6BCBFB-BBC7-42F1-95CD-058E172363A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259D436-C82E-43E0-8A01-53DF9CED60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91CDEB-92ED-41DC-BF33-2916A76876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{89746BB1-B33E-452A-84D4-A0CD8BC4A2A1}TF522ea272-7fed-4917-a421-5e6ae99a6bbed5eddc9a_win32-854160eadf3d</Template>
  <TotalTime>152</TotalTime>
  <Words>886</Words>
  <Application>Microsoft Office PowerPoint</Application>
  <PresentationFormat>Widescreen</PresentationFormat>
  <Paragraphs>69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Aparajita</vt:lpstr>
      <vt:lpstr>Avenir Next LT Pro</vt:lpstr>
      <vt:lpstr>Avenir Next LT Pro Light</vt:lpstr>
      <vt:lpstr>Calibri</vt:lpstr>
      <vt:lpstr>Garamond</vt:lpstr>
      <vt:lpstr>SavonVTI</vt:lpstr>
      <vt:lpstr>ev charging  analytics</vt:lpstr>
      <vt:lpstr>#1. Create a database named EV_Charging_Analytics.</vt:lpstr>
      <vt:lpstr>#2. Create a table ev_charging_sessions with appropriate data types and constraints.</vt:lpstr>
      <vt:lpstr>#3. Add a new colum charging_efficiency_pct.</vt:lpstr>
      <vt:lpstr>#4. Modify charging_cost_usd to increase precision.</vt:lpstr>
      <vt:lpstr>#6. Import all records from CSV file.</vt:lpstr>
      <vt:lpstr>#7. Update charging_efficiency_pct = (energy_consumed / battery_capacity_kwh) * 100.</vt:lpstr>
      <vt:lpstr>#8. Increase charging_cost_usd by 5% for New York.</vt:lpstr>
      <vt:lpstr>#9.Delete records where energy_consumed &lt; 5.</vt:lpstr>
      <vt:lpstr>#10. Insert a test record manually.</vt:lpstr>
      <vt:lpstr>#11. Retrieve sessions where charging_rate_kw &gt; 40.</vt:lpstr>
      <vt:lpstr>#12. Display top 5 most expensive sessions.</vt:lpstr>
      <vt:lpstr>#13. Show distinct vehicle_model names and counts.</vt:lpstr>
      <vt:lpstr>#14. Find average charging cost per location.</vt:lpstr>
      <vt:lpstr>#15. List sessions on weekends.</vt:lpstr>
      <vt:lpstr>#16. Retrieve sessions where soc_end_pct  soc_start_pct &gt; 40. </vt:lpstr>
      <vt:lpstr>#17. Show average energy and duration per charger_type.</vt:lpstr>
      <vt:lpstr>#19. Display sessions with vehicle_age_years &gt; 5 and user_type = 'Commuter'.</vt:lpstr>
      <vt:lpstr>#20. Categorize sessions as 'Low', 'Medium', 'High Energy' using CASE WHEN.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nimeshmore319@gmail.com</dc:creator>
  <cp:lastModifiedBy>nimeshmore319@gmail.com</cp:lastModifiedBy>
  <cp:revision>1</cp:revision>
  <dcterms:created xsi:type="dcterms:W3CDTF">2026-01-19T07:40:45Z</dcterms:created>
  <dcterms:modified xsi:type="dcterms:W3CDTF">2026-01-19T15:26:32Z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